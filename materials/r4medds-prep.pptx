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BDE58B-3079-0E4D-8497-DC5279096233}" type="datetimeFigureOut">
              <a:rPr lang="en-TH" smtClean="0"/>
              <a:t>27/2/2026 R</a:t>
            </a:fld>
            <a:endParaRPr lang="en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0FF0CA-B3A6-C341-82E5-7F1AABB775A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49100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FF0CA-B3A6-C341-82E5-7F1AABB775A2}" type="slidenum">
              <a:rPr lang="en-TH" smtClean="0"/>
              <a:t>2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405902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983FE-FB07-5C2B-B3AE-246285CD5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B2F76-3507-506A-7189-D7C106B67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F3C34-C452-B278-4AD2-D0754C0B7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15E5-6B8A-B04F-BD94-CEA6394F8706}" type="datetimeFigureOut">
              <a:rPr lang="en-TH" smtClean="0"/>
              <a:t>27/2/2026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AECD3-C8F3-DF32-D839-021F3F263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4E5E1-0EB2-8994-3F21-DF4764322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CCA2C-D5C9-C441-B0D4-699FCB4808D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098536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25FDA-EE5D-4B0A-304E-53A951AD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204AC-8C81-FF91-9319-02412BDE7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14780-7DD5-C92B-2000-BC733D0F8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15E5-6B8A-B04F-BD94-CEA6394F8706}" type="datetimeFigureOut">
              <a:rPr lang="en-TH" smtClean="0"/>
              <a:t>27/2/2026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D71D0-45C1-0139-D1E0-F446673C1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E8265-02E7-1391-B88C-B0F965271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CCA2C-D5C9-C441-B0D4-699FCB4808D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52965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9004B-69FB-DC5A-1233-EFB4C6A8F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63EC9-782D-AF9B-4E1A-265677676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2703A-96C1-31E4-0EC3-4A6A9241F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15E5-6B8A-B04F-BD94-CEA6394F8706}" type="datetimeFigureOut">
              <a:rPr lang="en-TH" smtClean="0"/>
              <a:t>27/2/2026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75A9E-6FF9-79AE-7B13-C3CB03114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12EE0-8A1B-5672-9ED6-78644FD6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CCA2C-D5C9-C441-B0D4-699FCB4808D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815508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7630-426A-3261-713B-824D3F43F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7F8F7-37C3-7EBA-B5D2-20E4690CB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E01766-9ED9-8E21-335B-C44156962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FC01FE-D1E8-156D-CF71-6BAF4343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15E5-6B8A-B04F-BD94-CEA6394F8706}" type="datetimeFigureOut">
              <a:rPr lang="en-TH" smtClean="0"/>
              <a:t>27/2/2026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E55CE-5444-B305-5473-C59A10B48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D03FF-6A5A-DBAA-7420-6A29BD944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CCA2C-D5C9-C441-B0D4-699FCB4808D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21898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0076-9A03-A53D-8CB3-ED3FCB3F2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373ED-31C2-F441-6D26-0CE57CF45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5ACB6-B116-03B0-A831-82906928B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11A964-7034-37A1-D06F-B9E9EDCF37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2FE33-CA14-8DB9-2B58-A119C52244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E55D76-B837-A0FC-258F-FAC4B36D1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15E5-6B8A-B04F-BD94-CEA6394F8706}" type="datetimeFigureOut">
              <a:rPr lang="en-TH" smtClean="0"/>
              <a:t>27/2/2026 R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A035A0-9534-72BA-1183-1BA05554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EA5719-0A28-290D-2647-A7A1A8191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CCA2C-D5C9-C441-B0D4-699FCB4808D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970282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F7D7A-68E0-1656-FDEF-C8C627D84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885466-D391-A46D-9F7F-4A6738C4A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15E5-6B8A-B04F-BD94-CEA6394F8706}" type="datetimeFigureOut">
              <a:rPr lang="en-TH" smtClean="0"/>
              <a:t>27/2/2026 R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62F63-84B9-511B-B350-AB0D47A8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D4D64-7D43-BA3A-22BF-53E87EF7E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CCA2C-D5C9-C441-B0D4-699FCB4808D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20779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AB1797-AF2B-81A4-A5FA-F97B267DB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15E5-6B8A-B04F-BD94-CEA6394F8706}" type="datetimeFigureOut">
              <a:rPr lang="en-TH" smtClean="0"/>
              <a:t>27/2/2026 R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EE9A47-911F-1A9B-7A69-F693C1CCA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C2AB8-4CBA-5F8C-2606-C50A1E8FF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CCA2C-D5C9-C441-B0D4-699FCB4808D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333443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5E37-AA89-7A93-34A8-CA1ED4B89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DD550-A2C8-C060-C080-A43F21719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5B3AC-7976-F66C-191F-AA4F178C0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A72B8-500D-946F-269D-D71296A12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15E5-6B8A-B04F-BD94-CEA6394F8706}" type="datetimeFigureOut">
              <a:rPr lang="en-TH" smtClean="0"/>
              <a:t>27/2/2026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5EB9B-9C52-CCAF-6A78-5CD3437C3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47B54-EEC4-AA55-70E7-05EB58809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CCA2C-D5C9-C441-B0D4-699FCB4808D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674664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77892-4C7E-60D3-4EF1-6D69FA2ED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D9A3F-9174-AA4B-8018-DFFB108AEB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58D52-27C6-5EC7-CDBE-B19EA5385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6370D-6B9F-F9C7-3A23-AB76914CE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15E5-6B8A-B04F-BD94-CEA6394F8706}" type="datetimeFigureOut">
              <a:rPr lang="en-TH" smtClean="0"/>
              <a:t>27/2/2026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CB617-DBDA-A31D-48B8-92D3E38E0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E3D6A-BC11-E3BC-184B-8F2FE4C0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CCA2C-D5C9-C441-B0D4-699FCB4808D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418673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A20C-D61D-9471-50EA-226102083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E92CFB-51EA-A19C-2E54-173FA1DC0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22367-EB78-70B9-9898-A4A118960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15E5-6B8A-B04F-BD94-CEA6394F8706}" type="datetimeFigureOut">
              <a:rPr lang="en-TH" smtClean="0"/>
              <a:t>27/2/2026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4E627-F82D-973A-F82D-3B3115871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D5D76-8D58-D377-5A9E-19F63E934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CCA2C-D5C9-C441-B0D4-699FCB4808D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21125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6AB6BF-6CED-339D-DAAC-03D8BEDDBD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56F3B4-8B71-97F9-3C8C-FA5C11EBD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9119B-3733-5DA4-31F3-6395A2057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15E5-6B8A-B04F-BD94-CEA6394F8706}" type="datetimeFigureOut">
              <a:rPr lang="en-TH" smtClean="0"/>
              <a:t>27/2/2026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CDBD9-12D0-4411-FC2D-7C1EAC53A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49A39-32E5-5CB0-5169-FF6FC079B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CCA2C-D5C9-C441-B0D4-699FCB4808D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30038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34149F-4711-E308-55FD-B5DFC05F5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9C90D-73B2-0498-E107-82D1F96A9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65E59-40F3-64AA-727A-D5D004DDD6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815E5-6B8A-B04F-BD94-CEA6394F8706}" type="datetimeFigureOut">
              <a:rPr lang="en-TH" smtClean="0"/>
              <a:t>27/2/2026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4F4D2-BACE-7D02-B08D-77B52DACF3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A5AEE-5BCA-CBCD-4509-1082719BC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5CCA2C-D5C9-C441-B0D4-699FCB4808D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8556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AA309-F818-2BC4-3948-7EEB60AE8C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 for Medical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BF51D9-9B8A-8422-2197-514E15636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TH" dirty="0"/>
              <a:t>Screenshot Material</a:t>
            </a:r>
          </a:p>
        </p:txBody>
      </p:sp>
    </p:spTree>
    <p:extLst>
      <p:ext uri="{BB962C8B-B14F-4D97-AF65-F5344CB8AC3E}">
        <p14:creationId xmlns:p14="http://schemas.microsoft.com/office/powerpoint/2010/main" val="4177005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4C39C-4539-76D5-1919-0B660C002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Download R for Windows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6FCAD2-13FB-AF2C-7538-DF5FD1EF4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892" y="2267330"/>
            <a:ext cx="8360216" cy="232334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6EDA651-0564-EFE5-8C9C-1571CD26EB84}"/>
              </a:ext>
            </a:extLst>
          </p:cNvPr>
          <p:cNvSpPr/>
          <p:nvPr/>
        </p:nvSpPr>
        <p:spPr>
          <a:xfrm>
            <a:off x="2243470" y="2748517"/>
            <a:ext cx="4965404" cy="68048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227306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34305-9E36-A622-281A-EFFE5D4F1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Download R for MacOS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536070-CFC5-A938-16DB-73AB9B074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146" y="2496277"/>
            <a:ext cx="4009708" cy="246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992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9BF80-AAFB-235E-18D2-3C9299AA3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/>
              <a:t>Install RStudio</a:t>
            </a:r>
            <a:endParaRPr lang="en-T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155C6C-B76B-DA4D-DB82-B7C116DE2B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985" r="-1"/>
          <a:stretch>
            <a:fillRect/>
          </a:stretch>
        </p:blipFill>
        <p:spPr>
          <a:xfrm>
            <a:off x="3335388" y="1940403"/>
            <a:ext cx="5521223" cy="363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001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23187-0EEF-154B-3157-9B47CFDC8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411"/>
            <a:ext cx="10515600" cy="586345"/>
          </a:xfrm>
        </p:spPr>
        <p:txBody>
          <a:bodyPr>
            <a:normAutofit fontScale="90000"/>
          </a:bodyPr>
          <a:lstStyle/>
          <a:p>
            <a:r>
              <a:rPr lang="en-TH" dirty="0"/>
              <a:t>RStudio Pane Layout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DBFEB3-80FE-5D93-E323-1623F5C2F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428" y="1282915"/>
            <a:ext cx="4961144" cy="4955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850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B62FC-A6EF-5093-799E-014ABD33D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773"/>
            <a:ext cx="10515600" cy="771697"/>
          </a:xfrm>
        </p:spPr>
        <p:txBody>
          <a:bodyPr/>
          <a:lstStyle/>
          <a:p>
            <a:r>
              <a:rPr lang="en-TH" dirty="0"/>
              <a:t>RStudio Panes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1EA572-E654-F4AE-4E6D-7F33B1111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25588"/>
            <a:ext cx="7772400" cy="474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300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570F-CBA5-5818-261D-F58FFD05E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46" y="142703"/>
            <a:ext cx="1509584" cy="1325563"/>
          </a:xfrm>
        </p:spPr>
        <p:txBody>
          <a:bodyPr/>
          <a:lstStyle/>
          <a:p>
            <a:r>
              <a:rPr lang="en-TH" dirty="0"/>
              <a:t>Files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A54C8E-637E-A707-8CF1-DE77C57786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4" r="-1241"/>
          <a:stretch>
            <a:fillRect/>
          </a:stretch>
        </p:blipFill>
        <p:spPr>
          <a:xfrm>
            <a:off x="4286007" y="352167"/>
            <a:ext cx="2867312" cy="6153665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348C498-1930-C42B-9790-97231BB2CC50}"/>
              </a:ext>
            </a:extLst>
          </p:cNvPr>
          <p:cNvSpPr/>
          <p:nvPr/>
        </p:nvSpPr>
        <p:spPr>
          <a:xfrm>
            <a:off x="4286007" y="719533"/>
            <a:ext cx="2769701" cy="77097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005186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24</Words>
  <Application>Microsoft Macintosh PowerPoint</Application>
  <PresentationFormat>Widescreen</PresentationFormat>
  <Paragraphs>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R for Medical Data Analysis</vt:lpstr>
      <vt:lpstr>Download R for Windows</vt:lpstr>
      <vt:lpstr>Download R for MacOS</vt:lpstr>
      <vt:lpstr>Install RStudio</vt:lpstr>
      <vt:lpstr>RStudio Pane Layout</vt:lpstr>
      <vt:lpstr>RStudio Panes</vt:lpstr>
      <vt:lpstr>Files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Kittipos Sirivongrungson</dc:creator>
  <cp:lastModifiedBy>Kittipos Sirivongrungson</cp:lastModifiedBy>
  <cp:revision>11</cp:revision>
  <dcterms:created xsi:type="dcterms:W3CDTF">2026-02-27T06:13:11Z</dcterms:created>
  <dcterms:modified xsi:type="dcterms:W3CDTF">2026-02-27T07:14:33Z</dcterms:modified>
</cp:coreProperties>
</file>